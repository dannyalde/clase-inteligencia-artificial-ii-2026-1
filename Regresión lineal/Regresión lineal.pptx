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62" r:id="rId5"/>
    <p:sldId id="4339" r:id="rId6"/>
    <p:sldId id="4372" r:id="rId7"/>
    <p:sldId id="4373" r:id="rId8"/>
    <p:sldId id="4374" r:id="rId9"/>
    <p:sldId id="4375" r:id="rId10"/>
    <p:sldId id="4376" r:id="rId11"/>
    <p:sldId id="4377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sin título" id="{0B769AAF-F0CE-4B1C-9563-DCEA2CDAA7F4}">
          <p14:sldIdLst>
            <p14:sldId id="262"/>
            <p14:sldId id="4339"/>
            <p14:sldId id="4372"/>
            <p14:sldId id="4373"/>
            <p14:sldId id="4374"/>
            <p14:sldId id="4375"/>
            <p14:sldId id="4376"/>
            <p14:sldId id="43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C69D31-2B0D-0FEC-CA69-2799763480F6}" name="Pilar García Peñuela" initials="PP" userId="S::pilar.garciap@unicafam.edu.co::d422b681-477f-4f91-a9d5-612f26cd4dc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9455"/>
    <a:srgbClr val="0164A7"/>
    <a:srgbClr val="0049AF"/>
    <a:srgbClr val="3370CC"/>
    <a:srgbClr val="338DCD"/>
    <a:srgbClr val="0044A9"/>
    <a:srgbClr val="F70202"/>
    <a:srgbClr val="FFDD00"/>
    <a:srgbClr val="00D5EB"/>
    <a:srgbClr val="93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80" d="100"/>
          <a:sy n="80" d="100"/>
        </p:scale>
        <p:origin x="9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demar Jiménez Martín" userId="090c7093-d26c-402e-bf89-b4168c9295b8" providerId="ADAL" clId="{5DF95FB6-35D7-4E11-810E-A5B171173890}"/>
    <pc:docChg chg="undo redo custSel addSld delSld modSld sldOrd addSection delSection modSection">
      <pc:chgData name="Danny Aldemar Jiménez Martín" userId="090c7093-d26c-402e-bf89-b4168c9295b8" providerId="ADAL" clId="{5DF95FB6-35D7-4E11-810E-A5B171173890}" dt="2026-02-13T20:17:04.862" v="5786" actId="5793"/>
      <pc:docMkLst>
        <pc:docMk/>
      </pc:docMkLst>
      <pc:sldChg chg="modSp mod">
        <pc:chgData name="Danny Aldemar Jiménez Martín" userId="090c7093-d26c-402e-bf89-b4168c9295b8" providerId="ADAL" clId="{5DF95FB6-35D7-4E11-810E-A5B171173890}" dt="2026-02-11T21:20:35.819" v="5199" actId="20577"/>
        <pc:sldMkLst>
          <pc:docMk/>
          <pc:sldMk cId="2387594944" sldId="262"/>
        </pc:sldMkLst>
        <pc:spChg chg="mod">
          <ac:chgData name="Danny Aldemar Jiménez Martín" userId="090c7093-d26c-402e-bf89-b4168c9295b8" providerId="ADAL" clId="{5DF95FB6-35D7-4E11-810E-A5B171173890}" dt="2026-02-11T21:20:35.819" v="5199" actId="20577"/>
          <ac:spMkLst>
            <pc:docMk/>
            <pc:sldMk cId="2387594944" sldId="262"/>
            <ac:spMk id="4" creationId="{FBE06E5C-9D49-BF89-5763-0EAE265617E8}"/>
          </ac:spMkLst>
        </pc:spChg>
      </pc:sldChg>
      <pc:sldChg chg="addSp delSp modSp new mod modClrScheme chgLayout">
        <pc:chgData name="Danny Aldemar Jiménez Martín" userId="090c7093-d26c-402e-bf89-b4168c9295b8" providerId="ADAL" clId="{5DF95FB6-35D7-4E11-810E-A5B171173890}" dt="2026-02-11T21:27:37.390" v="5287" actId="113"/>
        <pc:sldMkLst>
          <pc:docMk/>
          <pc:sldMk cId="2718116805" sldId="4339"/>
        </pc:sldMkLst>
        <pc:spChg chg="add mod">
          <ac:chgData name="Danny Aldemar Jiménez Martín" userId="090c7093-d26c-402e-bf89-b4168c9295b8" providerId="ADAL" clId="{5DF95FB6-35D7-4E11-810E-A5B171173890}" dt="2026-02-11T21:21:07.589" v="5223" actId="20577"/>
          <ac:spMkLst>
            <pc:docMk/>
            <pc:sldMk cId="2718116805" sldId="4339"/>
            <ac:spMk id="2" creationId="{DE364135-7985-1749-0FF2-C509C99F08DF}"/>
          </ac:spMkLst>
        </pc:spChg>
        <pc:spChg chg="add mod ord">
          <ac:chgData name="Danny Aldemar Jiménez Martín" userId="090c7093-d26c-402e-bf89-b4168c9295b8" providerId="ADAL" clId="{5DF95FB6-35D7-4E11-810E-A5B171173890}" dt="2026-02-11T21:27:37.390" v="5287" actId="113"/>
          <ac:spMkLst>
            <pc:docMk/>
            <pc:sldMk cId="2718116805" sldId="4339"/>
            <ac:spMk id="5" creationId="{6998D49F-7A08-8CF0-AABA-3E78F465615F}"/>
          </ac:spMkLst>
        </pc:spChg>
        <pc:picChg chg="add mod">
          <ac:chgData name="Danny Aldemar Jiménez Martín" userId="090c7093-d26c-402e-bf89-b4168c9295b8" providerId="ADAL" clId="{5DF95FB6-35D7-4E11-810E-A5B171173890}" dt="2026-02-11T21:27:09.671" v="5266" actId="1076"/>
          <ac:picMkLst>
            <pc:docMk/>
            <pc:sldMk cId="2718116805" sldId="4339"/>
            <ac:picMk id="1026" creationId="{2D762563-E49A-9748-C002-02BBAE0A4C20}"/>
          </ac:picMkLst>
        </pc:picChg>
      </pc:sldChg>
      <pc:sldChg chg="addSp delSp modSp new mod">
        <pc:chgData name="Danny Aldemar Jiménez Martín" userId="090c7093-d26c-402e-bf89-b4168c9295b8" providerId="ADAL" clId="{5DF95FB6-35D7-4E11-810E-A5B171173890}" dt="2026-02-11T21:31:22.251" v="5330" actId="14100"/>
        <pc:sldMkLst>
          <pc:docMk/>
          <pc:sldMk cId="1413338117" sldId="4372"/>
        </pc:sldMkLst>
        <pc:spChg chg="add del mod">
          <ac:chgData name="Danny Aldemar Jiménez Martín" userId="090c7093-d26c-402e-bf89-b4168c9295b8" providerId="ADAL" clId="{5DF95FB6-35D7-4E11-810E-A5B171173890}" dt="2026-02-11T21:31:22.251" v="5330" actId="14100"/>
          <ac:spMkLst>
            <pc:docMk/>
            <pc:sldMk cId="1413338117" sldId="4372"/>
            <ac:spMk id="4" creationId="{EDEE3468-CA10-6F69-045A-C818631BAF3C}"/>
          </ac:spMkLst>
        </pc:spChg>
      </pc:sldChg>
      <pc:sldChg chg="addSp delSp modSp new mod">
        <pc:chgData name="Danny Aldemar Jiménez Martín" userId="090c7093-d26c-402e-bf89-b4168c9295b8" providerId="ADAL" clId="{5DF95FB6-35D7-4E11-810E-A5B171173890}" dt="2026-02-11T21:31:54.693" v="5335"/>
        <pc:sldMkLst>
          <pc:docMk/>
          <pc:sldMk cId="1900861776" sldId="4373"/>
        </pc:sldMkLst>
        <pc:graphicFrameChg chg="add mod">
          <ac:chgData name="Danny Aldemar Jiménez Martín" userId="090c7093-d26c-402e-bf89-b4168c9295b8" providerId="ADAL" clId="{5DF95FB6-35D7-4E11-810E-A5B171173890}" dt="2026-02-11T21:31:54.693" v="5335"/>
          <ac:graphicFrameMkLst>
            <pc:docMk/>
            <pc:sldMk cId="1900861776" sldId="4373"/>
            <ac:graphicFrameMk id="5" creationId="{98A249C0-A8A2-112F-71C9-9B86715C8E94}"/>
          </ac:graphicFrameMkLst>
        </pc:graphicFrameChg>
      </pc:sldChg>
      <pc:sldChg chg="addSp delSp modSp new mod">
        <pc:chgData name="Danny Aldemar Jiménez Martín" userId="090c7093-d26c-402e-bf89-b4168c9295b8" providerId="ADAL" clId="{5DF95FB6-35D7-4E11-810E-A5B171173890}" dt="2026-02-11T21:48:04.980" v="5609" actId="1076"/>
        <pc:sldMkLst>
          <pc:docMk/>
          <pc:sldMk cId="1814664856" sldId="4374"/>
        </pc:sldMkLst>
        <pc:spChg chg="mod">
          <ac:chgData name="Danny Aldemar Jiménez Martín" userId="090c7093-d26c-402e-bf89-b4168c9295b8" providerId="ADAL" clId="{5DF95FB6-35D7-4E11-810E-A5B171173890}" dt="2026-02-11T21:37:27.271" v="5353" actId="20577"/>
          <ac:spMkLst>
            <pc:docMk/>
            <pc:sldMk cId="1814664856" sldId="4374"/>
            <ac:spMk id="2" creationId="{4B805597-7DE0-0AA6-8071-E367CC9D0B71}"/>
          </ac:spMkLst>
        </pc:spChg>
        <pc:spChg chg="mod">
          <ac:chgData name="Danny Aldemar Jiménez Martín" userId="090c7093-d26c-402e-bf89-b4168c9295b8" providerId="ADAL" clId="{5DF95FB6-35D7-4E11-810E-A5B171173890}" dt="2026-02-11T21:41:02.465" v="5534" actId="20577"/>
          <ac:spMkLst>
            <pc:docMk/>
            <pc:sldMk cId="1814664856" sldId="4374"/>
            <ac:spMk id="4" creationId="{67F0AB25-D62F-150B-A97D-BED855A32295}"/>
          </ac:spMkLst>
        </pc:spChg>
        <pc:spChg chg="add mod">
          <ac:chgData name="Danny Aldemar Jiménez Martín" userId="090c7093-d26c-402e-bf89-b4168c9295b8" providerId="ADAL" clId="{5DF95FB6-35D7-4E11-810E-A5B171173890}" dt="2026-02-11T21:47:57.885" v="5606" actId="1076"/>
          <ac:spMkLst>
            <pc:docMk/>
            <pc:sldMk cId="1814664856" sldId="4374"/>
            <ac:spMk id="5" creationId="{59432A21-F9A0-7DA8-2B6D-EFC16103E0EA}"/>
          </ac:spMkLst>
        </pc:spChg>
        <pc:spChg chg="add mod">
          <ac:chgData name="Danny Aldemar Jiménez Martín" userId="090c7093-d26c-402e-bf89-b4168c9295b8" providerId="ADAL" clId="{5DF95FB6-35D7-4E11-810E-A5B171173890}" dt="2026-02-11T21:47:57.885" v="5606" actId="1076"/>
          <ac:spMkLst>
            <pc:docMk/>
            <pc:sldMk cId="1814664856" sldId="4374"/>
            <ac:spMk id="8" creationId="{2AD0049C-CD9A-7C24-2819-DC1A5B4AB3B7}"/>
          </ac:spMkLst>
        </pc:spChg>
        <pc:spChg chg="add mod">
          <ac:chgData name="Danny Aldemar Jiménez Martín" userId="090c7093-d26c-402e-bf89-b4168c9295b8" providerId="ADAL" clId="{5DF95FB6-35D7-4E11-810E-A5B171173890}" dt="2026-02-11T21:47:57.885" v="5606" actId="1076"/>
          <ac:spMkLst>
            <pc:docMk/>
            <pc:sldMk cId="1814664856" sldId="4374"/>
            <ac:spMk id="13" creationId="{84AB2649-F429-8717-343B-D745EF2E11E7}"/>
          </ac:spMkLst>
        </pc:spChg>
        <pc:picChg chg="add mod">
          <ac:chgData name="Danny Aldemar Jiménez Martín" userId="090c7093-d26c-402e-bf89-b4168c9295b8" providerId="ADAL" clId="{5DF95FB6-35D7-4E11-810E-A5B171173890}" dt="2026-02-11T21:48:04.980" v="5609" actId="1076"/>
          <ac:picMkLst>
            <pc:docMk/>
            <pc:sldMk cId="1814664856" sldId="4374"/>
            <ac:picMk id="15" creationId="{5269244D-26E6-6E07-A8EA-14F839B18398}"/>
          </ac:picMkLst>
        </pc:picChg>
        <pc:cxnChg chg="add mod">
          <ac:chgData name="Danny Aldemar Jiménez Martín" userId="090c7093-d26c-402e-bf89-b4168c9295b8" providerId="ADAL" clId="{5DF95FB6-35D7-4E11-810E-A5B171173890}" dt="2026-02-11T21:47:57.885" v="5606" actId="1076"/>
          <ac:cxnSpMkLst>
            <pc:docMk/>
            <pc:sldMk cId="1814664856" sldId="4374"/>
            <ac:cxnSpMk id="7" creationId="{48984AD3-7DA4-C0ED-5956-A1D7BC48979D}"/>
          </ac:cxnSpMkLst>
        </pc:cxnChg>
        <pc:cxnChg chg="add mod">
          <ac:chgData name="Danny Aldemar Jiménez Martín" userId="090c7093-d26c-402e-bf89-b4168c9295b8" providerId="ADAL" clId="{5DF95FB6-35D7-4E11-810E-A5B171173890}" dt="2026-02-11T21:47:57.885" v="5606" actId="1076"/>
          <ac:cxnSpMkLst>
            <pc:docMk/>
            <pc:sldMk cId="1814664856" sldId="4374"/>
            <ac:cxnSpMk id="10" creationId="{913426B9-2A40-A54B-31DE-9B24D3718A31}"/>
          </ac:cxnSpMkLst>
        </pc:cxnChg>
        <pc:cxnChg chg="add mod">
          <ac:chgData name="Danny Aldemar Jiménez Martín" userId="090c7093-d26c-402e-bf89-b4168c9295b8" providerId="ADAL" clId="{5DF95FB6-35D7-4E11-810E-A5B171173890}" dt="2026-02-11T21:47:57.885" v="5606" actId="1076"/>
          <ac:cxnSpMkLst>
            <pc:docMk/>
            <pc:sldMk cId="1814664856" sldId="4374"/>
            <ac:cxnSpMk id="12" creationId="{DC6E78C7-030C-BD9C-F1F0-97F688A11464}"/>
          </ac:cxnSpMkLst>
        </pc:cxnChg>
      </pc:sldChg>
      <pc:sldChg chg="delSp modSp new mod">
        <pc:chgData name="Danny Aldemar Jiménez Martín" userId="090c7093-d26c-402e-bf89-b4168c9295b8" providerId="ADAL" clId="{5DF95FB6-35D7-4E11-810E-A5B171173890}" dt="2026-02-13T20:17:04.862" v="5786" actId="5793"/>
        <pc:sldMkLst>
          <pc:docMk/>
          <pc:sldMk cId="3682619667" sldId="4377"/>
        </pc:sldMkLst>
        <pc:spChg chg="mod">
          <ac:chgData name="Danny Aldemar Jiménez Martín" userId="090c7093-d26c-402e-bf89-b4168c9295b8" providerId="ADAL" clId="{5DF95FB6-35D7-4E11-810E-A5B171173890}" dt="2026-02-13T20:15:44.347" v="5615" actId="20577"/>
          <ac:spMkLst>
            <pc:docMk/>
            <pc:sldMk cId="3682619667" sldId="4377"/>
            <ac:spMk id="2" creationId="{4DC34B8C-8904-9D0D-0BE8-BFBE43E1B44C}"/>
          </ac:spMkLst>
        </pc:spChg>
        <pc:spChg chg="mod">
          <ac:chgData name="Danny Aldemar Jiménez Martín" userId="090c7093-d26c-402e-bf89-b4168c9295b8" providerId="ADAL" clId="{5DF95FB6-35D7-4E11-810E-A5B171173890}" dt="2026-02-13T20:17:04.862" v="5786" actId="5793"/>
          <ac:spMkLst>
            <pc:docMk/>
            <pc:sldMk cId="3682619667" sldId="4377"/>
            <ac:spMk id="3" creationId="{A609DE9B-281B-8ADF-7C15-F64A404256CE}"/>
          </ac:spMkLst>
        </pc:spChg>
      </pc:sldChg>
    </pc:docChg>
  </pc:docChgLst>
  <pc:docChgLst>
    <pc:chgData name="Danny Aldemar Jiménez Martín" userId="090c7093-d26c-402e-bf89-b4168c9295b8" providerId="ADAL" clId="{82724187-FEE0-4FF4-915A-F2242FFEE658}"/>
    <pc:docChg chg="undo custSel addSld delSld modSld modSection">
      <pc:chgData name="Danny Aldemar Jiménez Martín" userId="090c7093-d26c-402e-bf89-b4168c9295b8" providerId="ADAL" clId="{82724187-FEE0-4FF4-915A-F2242FFEE658}" dt="2026-02-16T20:59:31.590" v="299" actId="47"/>
      <pc:docMkLst>
        <pc:docMk/>
      </pc:docMkLst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208158953" sldId="4327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94765548" sldId="4328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722831176" sldId="4329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044848669" sldId="4330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329860924" sldId="4331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10130465" sldId="4332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104777559" sldId="4333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755738251" sldId="4334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126773246" sldId="4335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1896248" sldId="4336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662497375" sldId="4337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465527833" sldId="4338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638376267" sldId="4340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507226852" sldId="4341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946428420" sldId="4342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788114685" sldId="4343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685169533" sldId="4344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913827579" sldId="4345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282382525" sldId="4346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697310609" sldId="4347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693784974" sldId="4348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617053290" sldId="4349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040171354" sldId="4350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667505999" sldId="4351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279338782" sldId="4352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043667225" sldId="4353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376561966" sldId="4354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751561010" sldId="4355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603212946" sldId="4356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506795823" sldId="4357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881097844" sldId="4358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386153888" sldId="4359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328251995" sldId="4360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788839876" sldId="4361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844347913" sldId="4362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1955601031" sldId="4363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4241883275" sldId="4364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538455024" sldId="4365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679883931" sldId="4366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118547823" sldId="4367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384351339" sldId="4368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580363366" sldId="4369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2845403865" sldId="4370"/>
        </pc:sldMkLst>
      </pc:sldChg>
      <pc:sldChg chg="del">
        <pc:chgData name="Danny Aldemar Jiménez Martín" userId="090c7093-d26c-402e-bf89-b4168c9295b8" providerId="ADAL" clId="{82724187-FEE0-4FF4-915A-F2242FFEE658}" dt="2026-02-16T20:59:31.590" v="299" actId="47"/>
        <pc:sldMkLst>
          <pc:docMk/>
          <pc:sldMk cId="3400130085" sldId="4371"/>
        </pc:sldMkLst>
      </pc:sldChg>
      <pc:sldChg chg="modSp mod">
        <pc:chgData name="Danny Aldemar Jiménez Martín" userId="090c7093-d26c-402e-bf89-b4168c9295b8" providerId="ADAL" clId="{82724187-FEE0-4FF4-915A-F2242FFEE658}" dt="2026-02-12T19:10:26.178" v="2" actId="20577"/>
        <pc:sldMkLst>
          <pc:docMk/>
          <pc:sldMk cId="1814664856" sldId="4374"/>
        </pc:sldMkLst>
        <pc:spChg chg="mod">
          <ac:chgData name="Danny Aldemar Jiménez Martín" userId="090c7093-d26c-402e-bf89-b4168c9295b8" providerId="ADAL" clId="{82724187-FEE0-4FF4-915A-F2242FFEE658}" dt="2026-02-12T19:10:26.178" v="2" actId="20577"/>
          <ac:spMkLst>
            <pc:docMk/>
            <pc:sldMk cId="1814664856" sldId="4374"/>
            <ac:spMk id="4" creationId="{67F0AB25-D62F-150B-A97D-BED855A32295}"/>
          </ac:spMkLst>
        </pc:spChg>
      </pc:sldChg>
      <pc:sldChg chg="addSp delSp modSp new mod">
        <pc:chgData name="Danny Aldemar Jiménez Martín" userId="090c7093-d26c-402e-bf89-b4168c9295b8" providerId="ADAL" clId="{82724187-FEE0-4FF4-915A-F2242FFEE658}" dt="2026-02-12T19:43:47.605" v="200" actId="790"/>
        <pc:sldMkLst>
          <pc:docMk/>
          <pc:sldMk cId="1155618237" sldId="4375"/>
        </pc:sldMkLst>
        <pc:spChg chg="add mod">
          <ac:chgData name="Danny Aldemar Jiménez Martín" userId="090c7093-d26c-402e-bf89-b4168c9295b8" providerId="ADAL" clId="{82724187-FEE0-4FF4-915A-F2242FFEE658}" dt="2026-02-12T19:34:44.657" v="172" actId="1076"/>
          <ac:spMkLst>
            <pc:docMk/>
            <pc:sldMk cId="1155618237" sldId="4375"/>
            <ac:spMk id="6" creationId="{293CA55A-3D68-1289-863C-0AE85A3C2F29}"/>
          </ac:spMkLst>
        </pc:spChg>
        <pc:spChg chg="add mod">
          <ac:chgData name="Danny Aldemar Jiménez Martín" userId="090c7093-d26c-402e-bf89-b4168c9295b8" providerId="ADAL" clId="{82724187-FEE0-4FF4-915A-F2242FFEE658}" dt="2026-02-12T19:42:24.014" v="177" actId="1076"/>
          <ac:spMkLst>
            <pc:docMk/>
            <pc:sldMk cId="1155618237" sldId="4375"/>
            <ac:spMk id="7" creationId="{D5D9035C-7A73-5813-7ED0-527E5E8105CA}"/>
          </ac:spMkLst>
        </pc:spChg>
        <pc:spChg chg="add mod">
          <ac:chgData name="Danny Aldemar Jiménez Martín" userId="090c7093-d26c-402e-bf89-b4168c9295b8" providerId="ADAL" clId="{82724187-FEE0-4FF4-915A-F2242FFEE658}" dt="2026-02-12T19:43:47.605" v="200" actId="790"/>
          <ac:spMkLst>
            <pc:docMk/>
            <pc:sldMk cId="1155618237" sldId="4375"/>
            <ac:spMk id="8" creationId="{4089CBA7-45DE-2003-8B75-BCC1CD897A00}"/>
          </ac:spMkLst>
        </pc:spChg>
        <pc:graphicFrameChg chg="add mod modGraphic">
          <ac:chgData name="Danny Aldemar Jiménez Martín" userId="090c7093-d26c-402e-bf89-b4168c9295b8" providerId="ADAL" clId="{82724187-FEE0-4FF4-915A-F2242FFEE658}" dt="2026-02-12T19:34:11.304" v="143" actId="1076"/>
          <ac:graphicFrameMkLst>
            <pc:docMk/>
            <pc:sldMk cId="1155618237" sldId="4375"/>
            <ac:graphicFrameMk id="5" creationId="{2CE31CFA-2B65-1BFA-8D60-F45D4E330B5C}"/>
          </ac:graphicFrameMkLst>
        </pc:graphicFrameChg>
      </pc:sldChg>
      <pc:sldChg chg="addSp delSp modSp new mod">
        <pc:chgData name="Danny Aldemar Jiménez Martín" userId="090c7093-d26c-402e-bf89-b4168c9295b8" providerId="ADAL" clId="{82724187-FEE0-4FF4-915A-F2242FFEE658}" dt="2026-02-12T20:36:08.035" v="298" actId="20577"/>
        <pc:sldMkLst>
          <pc:docMk/>
          <pc:sldMk cId="2769614470" sldId="4376"/>
        </pc:sldMkLst>
        <pc:spChg chg="add del mod">
          <ac:chgData name="Danny Aldemar Jiménez Martín" userId="090c7093-d26c-402e-bf89-b4168c9295b8" providerId="ADAL" clId="{82724187-FEE0-4FF4-915A-F2242FFEE658}" dt="2026-02-12T20:33:17.486" v="228" actId="20577"/>
          <ac:spMkLst>
            <pc:docMk/>
            <pc:sldMk cId="2769614470" sldId="4376"/>
            <ac:spMk id="2" creationId="{C78F1C9A-1D99-19DB-570D-1A149DC951ED}"/>
          </ac:spMkLst>
        </pc:spChg>
        <pc:spChg chg="mod">
          <ac:chgData name="Danny Aldemar Jiménez Martín" userId="090c7093-d26c-402e-bf89-b4168c9295b8" providerId="ADAL" clId="{82724187-FEE0-4FF4-915A-F2242FFEE658}" dt="2026-02-12T20:36:08.035" v="298" actId="20577"/>
          <ac:spMkLst>
            <pc:docMk/>
            <pc:sldMk cId="2769614470" sldId="4376"/>
            <ac:spMk id="3" creationId="{D462AFB4-50B9-B651-C52D-1978E150F886}"/>
          </ac:spMkLst>
        </pc:spChg>
      </pc:sldChg>
      <pc:sldMasterChg chg="delSldLayout">
        <pc:chgData name="Danny Aldemar Jiménez Martín" userId="090c7093-d26c-402e-bf89-b4168c9295b8" providerId="ADAL" clId="{82724187-FEE0-4FF4-915A-F2242FFEE658}" dt="2026-02-16T20:59:31.590" v="299" actId="47"/>
        <pc:sldMasterMkLst>
          <pc:docMk/>
          <pc:sldMasterMk cId="252560878" sldId="2147483660"/>
        </pc:sldMasterMkLst>
        <pc:sldLayoutChg chg="del">
          <pc:chgData name="Danny Aldemar Jiménez Martín" userId="090c7093-d26c-402e-bf89-b4168c9295b8" providerId="ADAL" clId="{82724187-FEE0-4FF4-915A-F2242FFEE658}" dt="2026-02-16T20:59:31.590" v="299" actId="47"/>
          <pc:sldLayoutMkLst>
            <pc:docMk/>
            <pc:sldMasterMk cId="252560878" sldId="2147483660"/>
            <pc:sldLayoutMk cId="2762319027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49B0849-8136-694D-B2C8-74E49A3FC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BD68AF-D2DD-E14F-B6D5-5B1720B686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62440-FAC0-194D-B994-337945A15962}" type="datetimeFigureOut">
              <a:rPr lang="es-CO" smtClean="0"/>
              <a:t>16/02/2026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00AFD2-D272-D549-AB8C-2800410EB7D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11A0FA6-30AC-A449-B918-C170D27B0B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23B2C-8460-804A-9B94-F0E08BB5A0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6897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8BBD0-16F4-49F5-AD66-CAA469B7A5B1}" type="datetimeFigureOut">
              <a:t>16/02/2026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1A72-D88F-4B9D-8CD3-573336561014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36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Descripción generada automáticamente">
            <a:extLst>
              <a:ext uri="{FF2B5EF4-FFF2-40B4-BE49-F238E27FC236}">
                <a16:creationId xmlns:a16="http://schemas.microsoft.com/office/drawing/2014/main" id="{D1A8A704-85E8-0E44-BB52-ABC255548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280" y="0"/>
            <a:ext cx="12300559" cy="48857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80D9F5-8F53-4C4C-8241-3E5410FA6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60981"/>
            <a:ext cx="8333984" cy="1682623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BDFDC-0691-2441-9706-1AEA4D76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7086600" cy="4248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8ED796-EA51-4740-AD50-CDE772886D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8453" y="299217"/>
            <a:ext cx="2431094" cy="862547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8EE61CE-B638-EB49-9137-2C4C6D292826}"/>
              </a:ext>
            </a:extLst>
          </p:cNvPr>
          <p:cNvSpPr/>
          <p:nvPr userDrawn="1"/>
        </p:nvSpPr>
        <p:spPr>
          <a:xfrm>
            <a:off x="7503091" y="6272742"/>
            <a:ext cx="3700397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BB9E52-99AE-F74C-97CB-156E2448EBBC}"/>
              </a:ext>
            </a:extLst>
          </p:cNvPr>
          <p:cNvSpPr/>
          <p:nvPr userDrawn="1"/>
        </p:nvSpPr>
        <p:spPr>
          <a:xfrm>
            <a:off x="10470715" y="-149265"/>
            <a:ext cx="1232769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B1D555-1EE6-5C4A-B3F0-2803B57BF0FE}"/>
              </a:ext>
            </a:extLst>
          </p:cNvPr>
          <p:cNvSpPr/>
          <p:nvPr userDrawn="1"/>
        </p:nvSpPr>
        <p:spPr>
          <a:xfrm>
            <a:off x="838200" y="3274992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7144441B-9383-6A45-BD9D-6783AE0A6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958" y="5269251"/>
            <a:ext cx="686638" cy="630508"/>
          </a:xfrm>
          <a:prstGeom prst="rect">
            <a:avLst/>
          </a:prstGeom>
        </p:spPr>
      </p:pic>
      <p:pic>
        <p:nvPicPr>
          <p:cNvPr id="25" name="Imagen 24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9A31CF70-6C83-2043-B02C-E666B025A6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5930" y="4593059"/>
            <a:ext cx="1109513" cy="1018815"/>
          </a:xfrm>
          <a:prstGeom prst="rect">
            <a:avLst/>
          </a:prstGeom>
        </p:spPr>
      </p:pic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2491D71D-71F1-6A44-9FBE-F5EDFDFE31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580457" y="5269250"/>
            <a:ext cx="7742712" cy="200480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6C1C759-BEF9-D149-B1F4-FEF8E99988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000483">
            <a:off x="8849941" y="2333346"/>
            <a:ext cx="5941885" cy="16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95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DDB65455-E2C3-8441-8A17-D8ADDB8D1A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15028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EDDC53-DF57-3846-830B-6EB7425856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1110" y="3749270"/>
            <a:ext cx="4796338" cy="839642"/>
          </a:xfrm>
        </p:spPr>
        <p:txBody>
          <a:bodyPr anchor="b">
            <a:noAutofit/>
          </a:bodyPr>
          <a:lstStyle>
            <a:lvl1pPr>
              <a:defRPr sz="72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CO"/>
              <a:t>Subtitulo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0EA524-F286-3746-B082-1DA267B19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1109" y="5316437"/>
            <a:ext cx="4796339" cy="74103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EB5366E-D6ED-2641-8626-9A2283E18268}"/>
              </a:ext>
            </a:extLst>
          </p:cNvPr>
          <p:cNvSpPr/>
          <p:nvPr userDrawn="1"/>
        </p:nvSpPr>
        <p:spPr>
          <a:xfrm flipV="1">
            <a:off x="2323974" y="4902613"/>
            <a:ext cx="7544051" cy="45719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Imagen 7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FAE866F-FDEB-F741-9DE0-9B027F5E0E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7375884" y="1585117"/>
            <a:ext cx="7742712" cy="3043213"/>
          </a:xfrm>
          <a:prstGeom prst="rect">
            <a:avLst/>
          </a:prstGeom>
        </p:spPr>
      </p:pic>
      <p:pic>
        <p:nvPicPr>
          <p:cNvPr id="9" name="Imagen 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BAEA388-D2EF-F74C-9152-41D3A52236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8453" y="299217"/>
            <a:ext cx="2431094" cy="86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13122-0F1F-0440-8BCF-F5F920F1A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2FDF0-D442-5C4A-920E-E6ED16D12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45E46536-4CE1-354A-8FDA-21304D5A58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24560" cy="507365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8901098-E9EB-6B4A-B2AC-3FB822706A7A}"/>
              </a:ext>
            </a:extLst>
          </p:cNvPr>
          <p:cNvSpPr/>
          <p:nvPr userDrawn="1"/>
        </p:nvSpPr>
        <p:spPr>
          <a:xfrm>
            <a:off x="-111760" y="1641280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04CC0BC-2224-BC48-BA99-4E6D0747EF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4974717">
            <a:off x="9849744" y="743888"/>
            <a:ext cx="4684511" cy="1841211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5A26C2C-9B0A-A549-B9D7-1877566900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3912548">
            <a:off x="-2988734" y="3332872"/>
            <a:ext cx="5753948" cy="2261545"/>
          </a:xfrm>
          <a:prstGeom prst="rect">
            <a:avLst/>
          </a:prstGeom>
        </p:spPr>
      </p:pic>
      <p:pic>
        <p:nvPicPr>
          <p:cNvPr id="12" name="Imagen 11" descr="Forma, Rectángulo&#10;&#10;Descripción generada automáticamente">
            <a:extLst>
              <a:ext uri="{FF2B5EF4-FFF2-40B4-BE49-F238E27FC236}">
                <a16:creationId xmlns:a16="http://schemas.microsoft.com/office/drawing/2014/main" id="{3536EE65-06EF-B64B-BD66-66EB7FBBC1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5" name="Imagen 1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236FC80-BF55-6147-BA53-3D1187AE31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4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27D5DE-CAA7-684D-9428-C733A29A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8547C5-CFDE-B649-91CE-EA52957CB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85C3C8-BC27-C448-9FEA-3739EA57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EE0FDC4-BE9F-B640-ABC9-6E9864CCEAC7}"/>
              </a:ext>
            </a:extLst>
          </p:cNvPr>
          <p:cNvSpPr/>
          <p:nvPr userDrawn="1"/>
        </p:nvSpPr>
        <p:spPr>
          <a:xfrm flipV="1">
            <a:off x="2400174" y="1712437"/>
            <a:ext cx="7544051" cy="45719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5FB7BAD2-D6A7-F345-A797-AA87A16CC8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878" y="230188"/>
            <a:ext cx="686638" cy="630508"/>
          </a:xfrm>
          <a:prstGeom prst="rect">
            <a:avLst/>
          </a:prstGeom>
        </p:spPr>
      </p:pic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795220F8-FD50-1947-8EAF-42A6523EDD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2" name="Imagen 1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F42CBCB-1A30-2D40-8173-B02D7F643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1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08D19-DC86-FA45-89A8-6A63EB38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71CE7F-C982-CB40-89A9-CC54680CD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D5E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835BCF-3BFF-B84C-AB1A-2B7F94482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3EE0E6-B7A2-1C40-BDF1-FB08D535D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D5EB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64BAAF-E307-754F-AE0B-B0BB845CD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1" name="Imagen 10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A1FF803A-506D-5044-979B-51611F0A1E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98442" y="5395507"/>
            <a:ext cx="686638" cy="630508"/>
          </a:xfrm>
          <a:prstGeom prst="rect">
            <a:avLst/>
          </a:prstGeom>
        </p:spPr>
      </p:pic>
      <p:pic>
        <p:nvPicPr>
          <p:cNvPr id="12" name="Imagen 11" descr="Forma, Rectángulo&#10;&#10;Descripción generada automáticamente">
            <a:extLst>
              <a:ext uri="{FF2B5EF4-FFF2-40B4-BE49-F238E27FC236}">
                <a16:creationId xmlns:a16="http://schemas.microsoft.com/office/drawing/2014/main" id="{4FCA12BB-A567-9248-9C85-1B52CDFC42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67440" y="3810"/>
            <a:ext cx="924560" cy="507365"/>
          </a:xfrm>
          <a:prstGeom prst="rect">
            <a:avLst/>
          </a:prstGeom>
        </p:spPr>
      </p:pic>
      <p:pic>
        <p:nvPicPr>
          <p:cNvPr id="15" name="Imagen 14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590971A8-DEBD-3648-8480-9549CCDE8C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6992954">
            <a:off x="-2489250" y="1680432"/>
            <a:ext cx="5508662" cy="2165137"/>
          </a:xfrm>
          <a:prstGeom prst="rect">
            <a:avLst/>
          </a:prstGeom>
        </p:spPr>
      </p:pic>
      <p:pic>
        <p:nvPicPr>
          <p:cNvPr id="13" name="Imagen 12" descr="Forma, Rectángulo&#10;&#10;Descripción generada automáticamente">
            <a:extLst>
              <a:ext uri="{FF2B5EF4-FFF2-40B4-BE49-F238E27FC236}">
                <a16:creationId xmlns:a16="http://schemas.microsoft.com/office/drawing/2014/main" id="{9F8CC298-056F-C643-81D5-6414E1B0AE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6" name="Imagen 15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C060E6B2-A1E8-074E-B750-4F2D111F35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8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28E77-99A8-DB41-B124-2212F1E13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pic>
        <p:nvPicPr>
          <p:cNvPr id="9" name="Imagen 8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83990D14-02E9-0E4C-A8A0-03E7DABC38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1561" y="397398"/>
            <a:ext cx="686638" cy="630508"/>
          </a:xfrm>
          <a:prstGeom prst="rect">
            <a:avLst/>
          </a:prstGeom>
        </p:spPr>
      </p:pic>
      <p:pic>
        <p:nvPicPr>
          <p:cNvPr id="10" name="Imagen 9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F986894F-8068-A249-B3C0-3A17D78F99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8950932" y="2062513"/>
            <a:ext cx="5678074" cy="1553047"/>
          </a:xfrm>
          <a:prstGeom prst="rect">
            <a:avLst/>
          </a:prstGeom>
        </p:spPr>
      </p:pic>
      <p:pic>
        <p:nvPicPr>
          <p:cNvPr id="11" name="Imagen 10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C0D12DC8-C3DE-9747-8988-4867699DC4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4340190">
            <a:off x="-2914169" y="3253327"/>
            <a:ext cx="5828338" cy="1675723"/>
          </a:xfrm>
          <a:prstGeom prst="rect">
            <a:avLst/>
          </a:prstGeom>
        </p:spPr>
      </p:pic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528C568C-84DF-4A44-80A6-B0F0D27232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8" name="Imagen 7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87E82098-44D4-3245-AEB9-3ECC16FF11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9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Rectángulo&#10;&#10;Descripción generada automáticamente">
            <a:extLst>
              <a:ext uri="{FF2B5EF4-FFF2-40B4-BE49-F238E27FC236}">
                <a16:creationId xmlns:a16="http://schemas.microsoft.com/office/drawing/2014/main" id="{E7B87279-342B-F149-8906-C10734725E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831840"/>
            <a:ext cx="12192000" cy="1026160"/>
          </a:xfrm>
          <a:prstGeom prst="rect">
            <a:avLst/>
          </a:prstGeom>
        </p:spPr>
      </p:pic>
      <p:pic>
        <p:nvPicPr>
          <p:cNvPr id="7" name="Imagen 6" descr="Forma, Rectángulo&#10;&#10;Descripción generada automáticamente">
            <a:extLst>
              <a:ext uri="{FF2B5EF4-FFF2-40B4-BE49-F238E27FC236}">
                <a16:creationId xmlns:a16="http://schemas.microsoft.com/office/drawing/2014/main" id="{BA2088B9-826F-384A-A59B-2FACF538D5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160"/>
            <a:ext cx="12192000" cy="11176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BF790A5-790E-F948-8FB3-0984C41E24BC}"/>
              </a:ext>
            </a:extLst>
          </p:cNvPr>
          <p:cNvSpPr/>
          <p:nvPr userDrawn="1"/>
        </p:nvSpPr>
        <p:spPr>
          <a:xfrm>
            <a:off x="-284480" y="924560"/>
            <a:ext cx="3146608" cy="284480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3D1AC5D-2A69-DC4D-8E6E-3B4240D2EB9A}"/>
              </a:ext>
            </a:extLst>
          </p:cNvPr>
          <p:cNvSpPr/>
          <p:nvPr userDrawn="1"/>
        </p:nvSpPr>
        <p:spPr>
          <a:xfrm>
            <a:off x="9824720" y="5647334"/>
            <a:ext cx="2486208" cy="306427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68F671A6-996C-7748-840D-5FFF6789FC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73140" y="1768211"/>
            <a:ext cx="863600" cy="793004"/>
          </a:xfrm>
          <a:prstGeom prst="rect">
            <a:avLst/>
          </a:prstGeom>
        </p:spPr>
      </p:pic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1A0D074A-D0AE-2043-B8CC-56E0BC632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9862" y="2561216"/>
            <a:ext cx="7545340" cy="1172583"/>
          </a:xfrm>
        </p:spPr>
        <p:txBody>
          <a:bodyPr anchor="b">
            <a:noAutofit/>
          </a:bodyPr>
          <a:lstStyle>
            <a:lvl1pPr marL="0" indent="0" algn="ctr">
              <a:buNone/>
              <a:defRPr sz="40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D16E39E5-C5B4-8249-9631-D0D75288E5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939173">
            <a:off x="-2750526" y="4422025"/>
            <a:ext cx="6008039" cy="236141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6CD63EE8-DBB8-0D45-87D6-4CDCA852E2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2858653">
            <a:off x="8517420" y="-363713"/>
            <a:ext cx="6008039" cy="2361413"/>
          </a:xfrm>
          <a:prstGeom prst="rect">
            <a:avLst/>
          </a:prstGeom>
        </p:spPr>
      </p:pic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49A3AEEE-7492-2F4B-8BD6-35384F88F2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7104" y="129752"/>
            <a:ext cx="2123440" cy="7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1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18D6BA67-0B4D-1F45-8393-565FAC277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6992954">
            <a:off x="-2609455" y="1380438"/>
            <a:ext cx="5508662" cy="2165137"/>
          </a:xfrm>
          <a:prstGeom prst="rect">
            <a:avLst/>
          </a:prstGeom>
        </p:spPr>
      </p:pic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1860133-FEB8-D642-B4DC-444A44C988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45440"/>
            <a:ext cx="4958080" cy="18796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67A7B1-A5E8-1346-99DC-AB2BE1510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3D931-85BF-E64A-A6AD-67E51859B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130A84-D7F8-2A42-B2FF-32CEB3BB3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22550E5-3760-8240-B289-2E41CC542805}"/>
              </a:ext>
            </a:extLst>
          </p:cNvPr>
          <p:cNvSpPr/>
          <p:nvPr userDrawn="1"/>
        </p:nvSpPr>
        <p:spPr>
          <a:xfrm>
            <a:off x="0" y="2061667"/>
            <a:ext cx="2184400" cy="27513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2" name="Imagen 11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B191B262-9455-B142-8927-5B10D7EFD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5624316">
            <a:off x="9710306" y="546151"/>
            <a:ext cx="4704843" cy="1663576"/>
          </a:xfrm>
          <a:prstGeom prst="rect">
            <a:avLst/>
          </a:prstGeom>
        </p:spPr>
      </p:pic>
      <p:pic>
        <p:nvPicPr>
          <p:cNvPr id="11" name="Imagen 10" descr="Forma, Rectángulo&#10;&#10;Descripción generada automáticamente">
            <a:extLst>
              <a:ext uri="{FF2B5EF4-FFF2-40B4-BE49-F238E27FC236}">
                <a16:creationId xmlns:a16="http://schemas.microsoft.com/office/drawing/2014/main" id="{79C5D29C-C7DD-7645-A432-ABD9B662C4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6433936"/>
            <a:ext cx="12191999" cy="435964"/>
          </a:xfrm>
          <a:prstGeom prst="rect">
            <a:avLst/>
          </a:prstGeom>
        </p:spPr>
      </p:pic>
      <p:pic>
        <p:nvPicPr>
          <p:cNvPr id="13" name="Imagen 1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7858A22-0DCE-1342-B414-D222D4EFD05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63064" y="6433936"/>
            <a:ext cx="1195227" cy="424064"/>
          </a:xfrm>
          <a:prstGeom prst="rect">
            <a:avLst/>
          </a:prstGeom>
        </p:spPr>
      </p:pic>
      <p:pic>
        <p:nvPicPr>
          <p:cNvPr id="14" name="Imagen 1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5D0DD831-5BC5-E94E-9EFD-4A7E064A17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98443" y="5471606"/>
            <a:ext cx="686638" cy="6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62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Descripción generada automáticamente">
            <a:extLst>
              <a:ext uri="{FF2B5EF4-FFF2-40B4-BE49-F238E27FC236}">
                <a16:creationId xmlns:a16="http://schemas.microsoft.com/office/drawing/2014/main" id="{D1A8A704-85E8-0E44-BB52-ABC255548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4281" y="0"/>
            <a:ext cx="12300559" cy="488577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80D9F5-8F53-4C4C-8241-3E5410FA60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67099" y="2096475"/>
            <a:ext cx="5257800" cy="862547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s-CO"/>
              <a:t>unicafam.edu.co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4BDFDC-0691-2441-9706-1AEA4D76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7086600" cy="42484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pic>
        <p:nvPicPr>
          <p:cNvPr id="11" name="Imagen 1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078ED796-EA51-4740-AD50-CDE772886D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4576" y="421368"/>
            <a:ext cx="4025281" cy="1428161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E8EE61CE-B638-EB49-9137-2C4C6D292826}"/>
              </a:ext>
            </a:extLst>
          </p:cNvPr>
          <p:cNvSpPr/>
          <p:nvPr userDrawn="1"/>
        </p:nvSpPr>
        <p:spPr>
          <a:xfrm>
            <a:off x="7503091" y="6272742"/>
            <a:ext cx="3700397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3BB9E52-99AE-F74C-97CB-156E2448EBBC}"/>
              </a:ext>
            </a:extLst>
          </p:cNvPr>
          <p:cNvSpPr/>
          <p:nvPr userDrawn="1"/>
        </p:nvSpPr>
        <p:spPr>
          <a:xfrm>
            <a:off x="10470715" y="-149265"/>
            <a:ext cx="1232769" cy="633173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BB1D555-1EE6-5C4A-B3F0-2803B57BF0FE}"/>
              </a:ext>
            </a:extLst>
          </p:cNvPr>
          <p:cNvSpPr/>
          <p:nvPr userDrawn="1"/>
        </p:nvSpPr>
        <p:spPr>
          <a:xfrm>
            <a:off x="805277" y="3357599"/>
            <a:ext cx="3285179" cy="95245"/>
          </a:xfrm>
          <a:prstGeom prst="rect">
            <a:avLst/>
          </a:prstGeom>
          <a:solidFill>
            <a:srgbClr val="00D5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24" name="Imagen 2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7144441B-9383-6A45-BD9D-6783AE0A69D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1958" y="5269251"/>
            <a:ext cx="686638" cy="630508"/>
          </a:xfrm>
          <a:prstGeom prst="rect">
            <a:avLst/>
          </a:prstGeom>
        </p:spPr>
      </p:pic>
      <p:pic>
        <p:nvPicPr>
          <p:cNvPr id="25" name="Imagen 24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9A31CF70-6C83-2043-B02C-E666B025A6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5930" y="4593059"/>
            <a:ext cx="1109513" cy="1018815"/>
          </a:xfrm>
          <a:prstGeom prst="rect">
            <a:avLst/>
          </a:prstGeom>
        </p:spPr>
      </p:pic>
      <p:pic>
        <p:nvPicPr>
          <p:cNvPr id="13" name="Imagen 12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2491D71D-71F1-6A44-9FBE-F5EDFDFE31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580457" y="5334051"/>
            <a:ext cx="7742712" cy="2004803"/>
          </a:xfrm>
          <a:prstGeom prst="rect">
            <a:avLst/>
          </a:prstGeom>
        </p:spPr>
      </p:pic>
      <p:pic>
        <p:nvPicPr>
          <p:cNvPr id="14" name="Imagen 13" descr="Un dibujo de una persona&#10;&#10;Descripción generada automáticamente con confianza baja">
            <a:extLst>
              <a:ext uri="{FF2B5EF4-FFF2-40B4-BE49-F238E27FC236}">
                <a16:creationId xmlns:a16="http://schemas.microsoft.com/office/drawing/2014/main" id="{E6C1C759-BEF9-D149-B1F4-FEF8E99988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000483">
            <a:off x="8849941" y="2333346"/>
            <a:ext cx="5941885" cy="162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19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digital de una ciudad&#10;&#10;Descripción generada automáticamente con confianza media">
            <a:extLst>
              <a:ext uri="{FF2B5EF4-FFF2-40B4-BE49-F238E27FC236}">
                <a16:creationId xmlns:a16="http://schemas.microsoft.com/office/drawing/2014/main" id="{39BE0435-354B-B7FB-5ECB-FA8806D2A1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tabla, hombre, montar a caballo, parado&#10;&#10;Descripción generada automáticamente">
            <a:extLst>
              <a:ext uri="{FF2B5EF4-FFF2-40B4-BE49-F238E27FC236}">
                <a16:creationId xmlns:a16="http://schemas.microsoft.com/office/drawing/2014/main" id="{01B77A56-E8E9-F9C6-5F1B-333632B4F1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8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66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79F76C7-F202-CA44-97F7-473E905ED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CD0705-3E30-8C41-928B-C0DE6597E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256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3" r:id="rId10"/>
    <p:sldLayoutId id="2147483674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5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230CE514-1EA4-24B7-6D1E-073DE807F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810" y="4652347"/>
            <a:ext cx="3069772" cy="172674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E06E5C-9D49-BF89-5763-0EAE265617E8}"/>
              </a:ext>
            </a:extLst>
          </p:cNvPr>
          <p:cNvSpPr txBox="1"/>
          <p:nvPr/>
        </p:nvSpPr>
        <p:spPr>
          <a:xfrm>
            <a:off x="2494288" y="2828835"/>
            <a:ext cx="72034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Machine </a:t>
            </a:r>
            <a:r>
              <a:rPr lang="es-MX" sz="4400" b="1" dirty="0" err="1">
                <a:solidFill>
                  <a:schemeClr val="bg1"/>
                </a:solidFill>
                <a:latin typeface="Montserrat" panose="00000500000000000000" pitchFamily="2" charset="0"/>
              </a:rPr>
              <a:t>Learning</a:t>
            </a:r>
            <a:r>
              <a:rPr lang="es-MX" sz="4400" b="1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7594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E364135-7985-1749-0FF2-C509C99F08DF}"/>
              </a:ext>
            </a:extLst>
          </p:cNvPr>
          <p:cNvSpPr txBox="1"/>
          <p:nvPr/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Machine learning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998D49F-7A08-8CF0-AABA-3E78F465615F}"/>
              </a:ext>
            </a:extLst>
          </p:cNvPr>
          <p:cNvSpPr txBox="1"/>
          <p:nvPr/>
        </p:nvSpPr>
        <p:spPr>
          <a:xfrm>
            <a:off x="839788" y="2589212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MX" sz="2000" dirty="0"/>
              <a:t>Es la rama de la Inteligencia Artificial que permite que las máquinas o los modelos aprendan patrones a partir de los </a:t>
            </a:r>
            <a:r>
              <a:rPr lang="es-MX" sz="2000" b="1" dirty="0"/>
              <a:t>datos</a:t>
            </a:r>
            <a:r>
              <a:rPr lang="es-MX" sz="2000" dirty="0"/>
              <a:t> para realizar </a:t>
            </a:r>
            <a:r>
              <a:rPr lang="es-MX" sz="2000" b="1" dirty="0"/>
              <a:t>predicciones</a:t>
            </a:r>
            <a:r>
              <a:rPr lang="es-MX" sz="2000" dirty="0"/>
              <a:t> o tomar </a:t>
            </a:r>
            <a:r>
              <a:rPr lang="es-MX" sz="2000" b="1" dirty="0"/>
              <a:t>decisiones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MX" sz="20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endParaRPr lang="es-MX" sz="2000" dirty="0"/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50000"/>
                </a:schemeClr>
              </a:buClr>
            </a:pPr>
            <a:r>
              <a:rPr lang="es-MX" sz="2000" b="1" kern="1200" dirty="0">
                <a:latin typeface="+mn-lt"/>
                <a:ea typeface="+mn-ea"/>
                <a:cs typeface="+mn-cs"/>
              </a:rPr>
              <a:t>Reconocimiento de patrones </a:t>
            </a:r>
            <a:endParaRPr lang="es-ES" sz="2000" b="1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What is Machine Learning? - Let's Talk Science">
            <a:extLst>
              <a:ext uri="{FF2B5EF4-FFF2-40B4-BE49-F238E27FC236}">
                <a16:creationId xmlns:a16="http://schemas.microsoft.com/office/drawing/2014/main" id="{2D762563-E49A-9748-C002-02BBAE0A4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403" y="899974"/>
            <a:ext cx="4453261" cy="445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11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EE3468-CA10-6F69-045A-C818631BAF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9212"/>
            <a:ext cx="9795662" cy="3811588"/>
          </a:xfrm>
        </p:spPr>
        <p:txBody>
          <a:bodyPr>
            <a:normAutofit/>
          </a:bodyPr>
          <a:lstStyle/>
          <a:p>
            <a:r>
              <a:rPr lang="es-MX" dirty="0"/>
              <a:t>¿Cómo funciona? (El proceso de aprendizaje)</a:t>
            </a:r>
          </a:p>
          <a:p>
            <a:r>
              <a:rPr lang="es-MX" dirty="0"/>
              <a:t>Para que una máquina "aprenda", necesita pasar por tres etapas clave:</a:t>
            </a:r>
          </a:p>
          <a:p>
            <a:endParaRPr lang="es-MX" dirty="0"/>
          </a:p>
          <a:p>
            <a:r>
              <a:rPr lang="es-MX" b="1" dirty="0"/>
              <a:t>Entrenamiento: </a:t>
            </a:r>
            <a:r>
              <a:rPr lang="es-MX" dirty="0"/>
              <a:t>El algoritmo analiza miles de ejemplos (por ejemplo, fotos de perros y gatos, bases de datos).</a:t>
            </a:r>
          </a:p>
          <a:p>
            <a:r>
              <a:rPr lang="es-MX" b="1" dirty="0"/>
              <a:t>Identificación de patrones: </a:t>
            </a:r>
            <a:r>
              <a:rPr lang="es-MX" dirty="0"/>
              <a:t>El modelo detecta que los gatos suelen tener orejas puntiagudas y los perros hocicos más largos. Estos patrones se convierten en un modelo matemático.</a:t>
            </a:r>
          </a:p>
          <a:p>
            <a:r>
              <a:rPr lang="es-MX" b="1" dirty="0"/>
              <a:t>Predicción: </a:t>
            </a:r>
            <a:r>
              <a:rPr lang="es-MX" dirty="0"/>
              <a:t>Cuando le muestras una foto nueva que nunca ha visto, usa ese modelo para calcular la probabilidad de qué animal 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1333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8A249C0-A8A2-112F-71C9-9B86715C8E9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36374"/>
          <a:ext cx="10515600" cy="2529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807243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6780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93681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Tipo de Aprendizaje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¿Cómo aprende?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Ejemplo clásico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792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Supervisado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 un "maestro" (datos etiquetados).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Clasificar si un correo es Spam o No Spam.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857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 Supervisado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Buscando similitudes por su cuenta.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Agrupar clientes por hábitos de compra similares.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859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Por Refuerzo</a:t>
                      </a:r>
                      <a:endParaRPr lang="es-C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Por ensayo y error (premios y castigos).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MX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Una IA aprendiendo a jugar ajedrez o a conducir un coche.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414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86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5597-7DE0-0AA6-8071-E367CC9D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Regresión lineal 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F0AB25-D62F-150B-A97D-BED855A32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9889" y="2651356"/>
            <a:ext cx="4335894" cy="3811588"/>
          </a:xfrm>
        </p:spPr>
        <p:txBody>
          <a:bodyPr/>
          <a:lstStyle/>
          <a:p>
            <a:r>
              <a:rPr lang="es-MX" dirty="0"/>
              <a:t>Técnica utilizada para predecir variables continuas, </a:t>
            </a:r>
            <a:r>
              <a:rPr lang="es-MX" b="1" dirty="0"/>
              <a:t>dependientes (registran)</a:t>
            </a:r>
            <a:r>
              <a:rPr lang="es-MX" dirty="0"/>
              <a:t>, dado un conjunto de variables </a:t>
            </a:r>
            <a:r>
              <a:rPr lang="es-MX" b="1" dirty="0"/>
              <a:t>independientes (manipulan)</a:t>
            </a:r>
            <a:r>
              <a:rPr lang="es-MX" dirty="0"/>
              <a:t> </a:t>
            </a:r>
          </a:p>
          <a:p>
            <a:endParaRPr lang="es-MX" dirty="0"/>
          </a:p>
          <a:p>
            <a:r>
              <a:rPr lang="es-MX" dirty="0"/>
              <a:t>	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9432A21-F9A0-7DA8-2B6D-EFC16103E0EA}"/>
                  </a:ext>
                </a:extLst>
              </p:cNvPr>
              <p:cNvSpPr txBox="1"/>
              <p:nvPr/>
            </p:nvSpPr>
            <p:spPr>
              <a:xfrm>
                <a:off x="6571631" y="1069318"/>
                <a:ext cx="1269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59432A21-F9A0-7DA8-2B6D-EFC16103E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631" y="1069318"/>
                <a:ext cx="1269578" cy="276999"/>
              </a:xfrm>
              <a:prstGeom prst="rect">
                <a:avLst/>
              </a:prstGeom>
              <a:blipFill>
                <a:blip r:embed="rId2"/>
                <a:stretch>
                  <a:fillRect l="-4327" b="-239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8984AD3-7DA4-C0ED-5956-A1D7BC48979D}"/>
              </a:ext>
            </a:extLst>
          </p:cNvPr>
          <p:cNvCxnSpPr/>
          <p:nvPr/>
        </p:nvCxnSpPr>
        <p:spPr>
          <a:xfrm>
            <a:off x="6620458" y="1543845"/>
            <a:ext cx="0" cy="639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AD0049C-CD9A-7C24-2819-DC1A5B4AB3B7}"/>
              </a:ext>
            </a:extLst>
          </p:cNvPr>
          <p:cNvSpPr txBox="1"/>
          <p:nvPr/>
        </p:nvSpPr>
        <p:spPr>
          <a:xfrm>
            <a:off x="5821467" y="2394751"/>
            <a:ext cx="159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Variable dependiente</a:t>
            </a:r>
            <a:endParaRPr lang="es-CO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13426B9-2A40-A54B-31DE-9B24D3718A31}"/>
              </a:ext>
            </a:extLst>
          </p:cNvPr>
          <p:cNvCxnSpPr>
            <a:cxnSpLocks/>
          </p:cNvCxnSpPr>
          <p:nvPr/>
        </p:nvCxnSpPr>
        <p:spPr>
          <a:xfrm>
            <a:off x="7286319" y="780366"/>
            <a:ext cx="0" cy="288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C6E78C7-030C-BD9C-F1F0-97F688A11464}"/>
              </a:ext>
            </a:extLst>
          </p:cNvPr>
          <p:cNvCxnSpPr/>
          <p:nvPr/>
        </p:nvCxnSpPr>
        <p:spPr>
          <a:xfrm>
            <a:off x="7312917" y="789243"/>
            <a:ext cx="9499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AB2649-F429-8717-343B-D745EF2E11E7}"/>
              </a:ext>
            </a:extLst>
          </p:cNvPr>
          <p:cNvSpPr txBox="1"/>
          <p:nvPr/>
        </p:nvSpPr>
        <p:spPr>
          <a:xfrm>
            <a:off x="8289424" y="457200"/>
            <a:ext cx="1597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Variable independiente</a:t>
            </a:r>
            <a:endParaRPr lang="es-CO" dirty="0"/>
          </a:p>
        </p:txBody>
      </p:sp>
      <p:pic>
        <p:nvPicPr>
          <p:cNvPr id="15" name="Imagen 14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5269244D-26E6-6E07-A8EA-14F839B18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666" y="3539920"/>
            <a:ext cx="4783516" cy="23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64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CE31CFA-2B65-1BFA-8D60-F45D4E330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34670"/>
              </p:ext>
            </p:extLst>
          </p:nvPr>
        </p:nvGraphicFramePr>
        <p:xfrm>
          <a:off x="1803400" y="2910416"/>
          <a:ext cx="81279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4260014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2159256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9821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Altura </a:t>
                      </a:r>
                      <a:r>
                        <a:rPr lang="en-CA" dirty="0"/>
                        <a:t>(cm)  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Peso (kg)  y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88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Antonio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81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418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Jose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72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06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Carlos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189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96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Enrique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181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94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David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179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¿?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164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¿?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721175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93CA55A-3D68-1289-863C-0AE85A3C2F29}"/>
              </a:ext>
            </a:extLst>
          </p:cNvPr>
          <p:cNvSpPr txBox="1"/>
          <p:nvPr/>
        </p:nvSpPr>
        <p:spPr>
          <a:xfrm>
            <a:off x="1803400" y="5787509"/>
            <a:ext cx="227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Graficar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5D9035C-7A73-5813-7ED0-527E5E8105CA}"/>
                  </a:ext>
                </a:extLst>
              </p:cNvPr>
              <p:cNvSpPr txBox="1"/>
              <p:nvPr/>
            </p:nvSpPr>
            <p:spPr>
              <a:xfrm>
                <a:off x="5600081" y="469243"/>
                <a:ext cx="196617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MX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28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5D9035C-7A73-5813-7ED0-527E5E810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081" y="469243"/>
                <a:ext cx="196617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4089CBA7-45DE-2003-8B75-BCC1CD897A00}"/>
              </a:ext>
            </a:extLst>
          </p:cNvPr>
          <p:cNvSpPr txBox="1"/>
          <p:nvPr/>
        </p:nvSpPr>
        <p:spPr>
          <a:xfrm>
            <a:off x="5514356" y="1167038"/>
            <a:ext cx="362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noProof="0" dirty="0"/>
              <a:t>Entrenar el modelo </a:t>
            </a:r>
          </a:p>
        </p:txBody>
      </p:sp>
    </p:spTree>
    <p:extLst>
      <p:ext uri="{BB962C8B-B14F-4D97-AF65-F5344CB8AC3E}">
        <p14:creationId xmlns:p14="http://schemas.microsoft.com/office/powerpoint/2010/main" val="115561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F1C9A-1D99-19DB-570D-1A149DC95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Metricas</a:t>
            </a:r>
            <a:r>
              <a:rPr lang="en-CA" dirty="0"/>
              <a:t> del </a:t>
            </a:r>
            <a:r>
              <a:rPr lang="en-CA" dirty="0" err="1"/>
              <a:t>modelo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462AFB4-50B9-B651-C52D-1978E150F8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b="0" dirty="0"/>
                  <a:t> 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s-ES" dirty="0"/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𝑅𝐸𝐶𝑀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462AFB4-50B9-B651-C52D-1978E150F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61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34B8C-8904-9D0D-0BE8-BFBE43E1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Pasos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09DE9B-281B-8ADF-7C15-F64A40425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Identificar los datos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Convertirlos </a:t>
            </a:r>
            <a:r>
              <a:rPr lang="es-MX" sz="2800" dirty="0" err="1"/>
              <a:t>arrays</a:t>
            </a:r>
            <a:r>
              <a:rPr lang="es-MX" sz="28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Crear y entrenar el modelo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Obtener parámetros del modelo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Obtener predicción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/>
              <a:t>Calcular métricas 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6826196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6B1BBD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ervaciones xmlns="fb4b3820-f636-4f60-8c1b-98375ad25aae" xsi:nil="true"/>
    <ACREDITACI_x00d3_NINSTITUCIONAL xmlns="fb4b3820-f636-4f60-8c1b-98375ad25aae" xsi:nil="true"/>
    <TaxCatchAll xmlns="6f2fb6ad-3166-4f88-8a69-e03222c7b808" xsi:nil="true"/>
    <Detalle xmlns="fb4b3820-f636-4f60-8c1b-98375ad25aae" xsi:nil="true"/>
    <Periodo xmlns="fb4b3820-f636-4f60-8c1b-98375ad25aae" xsi:nil="true"/>
    <A_x00f1_o xmlns="fb4b3820-f636-4f60-8c1b-98375ad25aae" xsi:nil="true"/>
    <FacultadoEscuela xmlns="fb4b3820-f636-4f60-8c1b-98375ad25aae" xsi:nil="true"/>
    <lcf76f155ced4ddcb4097134ff3c332f xmlns="fb4b3820-f636-4f60-8c1b-98375ad25aae">
      <Terms xmlns="http://schemas.microsoft.com/office/infopath/2007/PartnerControls"/>
    </lcf76f155ced4ddcb4097134ff3c332f>
    <MACROPROCESO xmlns="fb4b3820-f636-4f60-8c1b-98375ad25aa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7559C8B884E9749A9EC6777C0537836" ma:contentTypeVersion="24" ma:contentTypeDescription="Crear nuevo documento." ma:contentTypeScope="" ma:versionID="1c6eae4bae23417f7f1fca42eaf12c4b">
  <xsd:schema xmlns:xsd="http://www.w3.org/2001/XMLSchema" xmlns:xs="http://www.w3.org/2001/XMLSchema" xmlns:p="http://schemas.microsoft.com/office/2006/metadata/properties" xmlns:ns2="fb4b3820-f636-4f60-8c1b-98375ad25aae" xmlns:ns3="6f2fb6ad-3166-4f88-8a69-e03222c7b808" targetNamespace="http://schemas.microsoft.com/office/2006/metadata/properties" ma:root="true" ma:fieldsID="827ef06f9030c345a3944a817af0c658" ns2:_="" ns3:_="">
    <xsd:import namespace="fb4b3820-f636-4f60-8c1b-98375ad25aae"/>
    <xsd:import namespace="6f2fb6ad-3166-4f88-8a69-e03222c7b8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ACREDITACI_x00d3_NINSTITUCIONA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ACROPROCESO" minOccurs="0"/>
                <xsd:element ref="ns2:MediaServiceLocation" minOccurs="0"/>
                <xsd:element ref="ns2:Periodo" minOccurs="0"/>
                <xsd:element ref="ns2:MediaServiceSearchProperties" minOccurs="0"/>
                <xsd:element ref="ns2:Observaciones" minOccurs="0"/>
                <xsd:element ref="ns2:A_x00f1_o" minOccurs="0"/>
                <xsd:element ref="ns2:FacultadoEscuela" minOccurs="0"/>
                <xsd:element ref="ns2:Detal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b3820-f636-4f60-8c1b-98375ad25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ACREDITACI_x00d3_NINSTITUCIONAL" ma:index="12" nillable="true" ma:displayName="ACREDITACIÓN INSTITUCIONAL" ma:format="Dropdown" ma:internalName="ACREDITACI_x00d3_NINSTITUCIONAL">
      <xsd:simpleType>
        <xsd:restriction base="dms:Choice">
          <xsd:enumeration value="1. IDENTIDAD INSTITUCIONAL"/>
          <xsd:enumeration value="2. GOBIERNO INSTITUCIONAL Y TRANSPARENCIA"/>
          <xsd:enumeration value="3. DESARROLLO, GESTIÓN Y SOSTENIBILIDAD INSTITUCIONAL"/>
          <xsd:enumeration value="4. MEJORAMIENTO CONTINUO Y AUTOREGULACIÓN"/>
          <xsd:enumeration value="5. ESTRUCTURA Y PROCESOS ACADEMICOS"/>
          <xsd:enumeration value="6. APORTES DE LA INVESTIGACIÓN, INNOVACIÓN, DESARROLLO TECNOLOGICO Y CREACIÓN AL ENTORNO"/>
          <xsd:enumeration value="7. IMPACTO SOCIAL"/>
          <xsd:enumeration value="8. VISIBILIDAD NACIONAL E INTERNACIONAL"/>
          <xsd:enumeration value="9. BIENESTAR INSTITUCIONAL"/>
          <xsd:enumeration value="10. COMUNIDAD PROFESORES"/>
          <xsd:enumeration value="11. COMUNIDAD DE ESTUDIANTES"/>
          <xsd:enumeration value="12. COMUNIDAD DE EGRESADOS"/>
        </xsd:restriction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97d0d12-649e-4fe4-9e57-9c758ea736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ACROPROCESO" ma:index="22" nillable="true" ma:displayName="MACRO PROCESO" ma:format="Dropdown" ma:internalName="MACROPROCESO">
      <xsd:simpleType>
        <xsd:restriction base="dms:Choice">
          <xsd:enumeration value="ESTRATÉGICO"/>
          <xsd:enumeration value="MISIONAL"/>
          <xsd:enumeration value="APOYO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Periodo" ma:index="24" nillable="true" ma:displayName="Periodo" ma:format="Dropdown" ma:internalName="Periodo">
      <xsd:simpleType>
        <xsd:restriction base="dms:Text">
          <xsd:maxLength value="255"/>
        </xsd:restriction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ciones" ma:index="26" nillable="true" ma:displayName="Observaciones" ma:format="Dropdown" ma:internalName="Observaciones">
      <xsd:simpleType>
        <xsd:restriction base="dms:Text">
          <xsd:maxLength value="255"/>
        </xsd:restriction>
      </xsd:simpleType>
    </xsd:element>
    <xsd:element name="A_x00f1_o" ma:index="27" nillable="true" ma:displayName="Año" ma:format="Dropdown" ma:internalName="A_x00f1_o">
      <xsd:simpleType>
        <xsd:restriction base="dms:Text">
          <xsd:maxLength value="255"/>
        </xsd:restriction>
      </xsd:simpleType>
    </xsd:element>
    <xsd:element name="FacultadoEscuela" ma:index="28" nillable="true" ma:displayName="Facultad o Escuela" ma:format="Dropdown" ma:internalName="FacultadoEscuela">
      <xsd:simpleType>
        <xsd:restriction base="dms:Text">
          <xsd:maxLength value="255"/>
        </xsd:restriction>
      </xsd:simpleType>
    </xsd:element>
    <xsd:element name="Detalle" ma:index="29" nillable="true" ma:displayName="Detalle" ma:format="Dropdown" ma:internalName="Detall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fb6ad-3166-4f88-8a69-e03222c7b8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e02d955-cb45-4fc9-8283-aa71b7aa0eb3}" ma:internalName="TaxCatchAll" ma:showField="CatchAllData" ma:web="6f2fb6ad-3166-4f88-8a69-e03222c7b8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65EA5D-47ED-441C-AE9E-2B2F32DB1D7F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fb4b3820-f636-4f60-8c1b-98375ad25aae"/>
    <ds:schemaRef ds:uri="http://www.w3.org/XML/1998/namespace"/>
    <ds:schemaRef ds:uri="http://purl.org/dc/terms/"/>
    <ds:schemaRef ds:uri="6f2fb6ad-3166-4f88-8a69-e03222c7b808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CB7440A-7480-45AA-841D-532FA5A4D6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4b3820-f636-4f60-8c1b-98375ad25aae"/>
    <ds:schemaRef ds:uri="6f2fb6ad-3166-4f88-8a69-e03222c7b8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D2A501-9056-4436-909C-40E53E1EEE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4454</TotalTime>
  <Words>303</Words>
  <Application>Microsoft Office PowerPoint</Application>
  <PresentationFormat>Panorámica</PresentationFormat>
  <Paragraphs>66</Paragraphs>
  <Slides>8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Google Sans Text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Regresión lineal </vt:lpstr>
      <vt:lpstr>Presentación de PowerPoint</vt:lpstr>
      <vt:lpstr>Metricas del modelo</vt:lpstr>
      <vt:lpstr>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Jason Estiben Cardenas Torres</dc:creator>
  <cp:lastModifiedBy>Danny Aldemar Jiménez Martín</cp:lastModifiedBy>
  <cp:revision>977</cp:revision>
  <cp:lastPrinted>2025-06-24T01:33:36Z</cp:lastPrinted>
  <dcterms:created xsi:type="dcterms:W3CDTF">2022-12-20T19:43:04Z</dcterms:created>
  <dcterms:modified xsi:type="dcterms:W3CDTF">2026-02-16T20:59:34Z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0x01010037559C8B884E9749A9EC6777C0537836</vt:lpwstr>
  </property>
</Properties>
</file>